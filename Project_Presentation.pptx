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20" saveSubsetFonts="1">
  <p:sldMasterIdLst>
    <p:sldMasterId id="2147483648" r:id="rId1"/>
  </p:sldMasterIdLst>
  <p:sldIdLst>
    <p:sldId id="279" r:id="rId2"/>
    <p:sldId id="257" r:id="rId3"/>
    <p:sldId id="263" r:id="rId4"/>
    <p:sldId id="258" r:id="rId5"/>
    <p:sldId id="259" r:id="rId6"/>
    <p:sldId id="264" r:id="rId7"/>
    <p:sldId id="260" r:id="rId8"/>
    <p:sldId id="281" r:id="rId9"/>
    <p:sldId id="282" r:id="rId10"/>
    <p:sldId id="268" r:id="rId11"/>
    <p:sldId id="270" r:id="rId12"/>
    <p:sldId id="271" r:id="rId13"/>
    <p:sldId id="272" r:id="rId14"/>
    <p:sldId id="273" r:id="rId15"/>
    <p:sldId id="274" r:id="rId16"/>
    <p:sldId id="275" r:id="rId17"/>
    <p:sldId id="280" r:id="rId18"/>
    <p:sldId id="278" r:id="rId19"/>
  </p:sldIdLst>
  <p:sldSz cx="9906000" cy="5400675"/>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01">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368032-B623-4F21-B5B7-3F666592ABF3}" v="8" dt="2025-03-21T05:53:18.7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1018" y="67"/>
      </p:cViewPr>
      <p:guideLst>
        <p:guide orient="horz" pos="1701"/>
        <p:guide pos="312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NTU KARTHIK" userId="58d63e51111ea217" providerId="LiveId" clId="{B5368032-B623-4F21-B5B7-3F666592ABF3}"/>
    <pc:docChg chg="custSel addSld modSld">
      <pc:chgData name="CHINTU KARTHIK" userId="58d63e51111ea217" providerId="LiveId" clId="{B5368032-B623-4F21-B5B7-3F666592ABF3}" dt="2025-03-21T12:02:04.401" v="345" actId="14100"/>
      <pc:docMkLst>
        <pc:docMk/>
      </pc:docMkLst>
      <pc:sldChg chg="modSp mod">
        <pc:chgData name="CHINTU KARTHIK" userId="58d63e51111ea217" providerId="LiveId" clId="{B5368032-B623-4F21-B5B7-3F666592ABF3}" dt="2025-03-21T05:39:44.222" v="151" actId="2711"/>
        <pc:sldMkLst>
          <pc:docMk/>
          <pc:sldMk cId="0" sldId="257"/>
        </pc:sldMkLst>
        <pc:spChg chg="mod">
          <ac:chgData name="CHINTU KARTHIK" userId="58d63e51111ea217" providerId="LiveId" clId="{B5368032-B623-4F21-B5B7-3F666592ABF3}" dt="2025-03-21T05:39:36.846" v="150" actId="2711"/>
          <ac:spMkLst>
            <pc:docMk/>
            <pc:sldMk cId="0" sldId="257"/>
            <ac:spMk id="2" creationId="{00000000-0000-0000-0000-000000000000}"/>
          </ac:spMkLst>
        </pc:spChg>
        <pc:spChg chg="mod">
          <ac:chgData name="CHINTU KARTHIK" userId="58d63e51111ea217" providerId="LiveId" clId="{B5368032-B623-4F21-B5B7-3F666592ABF3}" dt="2025-03-21T05:39:44.222" v="151" actId="2711"/>
          <ac:spMkLst>
            <pc:docMk/>
            <pc:sldMk cId="0" sldId="257"/>
            <ac:spMk id="3" creationId="{00000000-0000-0000-0000-000000000000}"/>
          </ac:spMkLst>
        </pc:spChg>
      </pc:sldChg>
      <pc:sldChg chg="modSp mod">
        <pc:chgData name="CHINTU KARTHIK" userId="58d63e51111ea217" providerId="LiveId" clId="{B5368032-B623-4F21-B5B7-3F666592ABF3}" dt="2025-03-21T05:42:06.573" v="167" actId="123"/>
        <pc:sldMkLst>
          <pc:docMk/>
          <pc:sldMk cId="0" sldId="258"/>
        </pc:sldMkLst>
        <pc:spChg chg="mod">
          <ac:chgData name="CHINTU KARTHIK" userId="58d63e51111ea217" providerId="LiveId" clId="{B5368032-B623-4F21-B5B7-3F666592ABF3}" dt="2025-03-21T05:41:52.707" v="163" actId="2711"/>
          <ac:spMkLst>
            <pc:docMk/>
            <pc:sldMk cId="0" sldId="258"/>
            <ac:spMk id="2" creationId="{00000000-0000-0000-0000-000000000000}"/>
          </ac:spMkLst>
        </pc:spChg>
        <pc:spChg chg="mod">
          <ac:chgData name="CHINTU KARTHIK" userId="58d63e51111ea217" providerId="LiveId" clId="{B5368032-B623-4F21-B5B7-3F666592ABF3}" dt="2025-03-21T05:42:06.573" v="167" actId="123"/>
          <ac:spMkLst>
            <pc:docMk/>
            <pc:sldMk cId="0" sldId="258"/>
            <ac:spMk id="3" creationId="{00000000-0000-0000-0000-000000000000}"/>
          </ac:spMkLst>
        </pc:spChg>
      </pc:sldChg>
      <pc:sldChg chg="modSp mod">
        <pc:chgData name="CHINTU KARTHIK" userId="58d63e51111ea217" providerId="LiveId" clId="{B5368032-B623-4F21-B5B7-3F666592ABF3}" dt="2025-03-21T05:42:48.814" v="171" actId="123"/>
        <pc:sldMkLst>
          <pc:docMk/>
          <pc:sldMk cId="0" sldId="259"/>
        </pc:sldMkLst>
        <pc:spChg chg="mod">
          <ac:chgData name="CHINTU KARTHIK" userId="58d63e51111ea217" providerId="LiveId" clId="{B5368032-B623-4F21-B5B7-3F666592ABF3}" dt="2025-03-21T05:42:34.475" v="168" actId="2711"/>
          <ac:spMkLst>
            <pc:docMk/>
            <pc:sldMk cId="0" sldId="259"/>
            <ac:spMk id="2" creationId="{00000000-0000-0000-0000-000000000000}"/>
          </ac:spMkLst>
        </pc:spChg>
        <pc:spChg chg="mod">
          <ac:chgData name="CHINTU KARTHIK" userId="58d63e51111ea217" providerId="LiveId" clId="{B5368032-B623-4F21-B5B7-3F666592ABF3}" dt="2025-03-21T05:42:48.814" v="171" actId="123"/>
          <ac:spMkLst>
            <pc:docMk/>
            <pc:sldMk cId="0" sldId="259"/>
            <ac:spMk id="3" creationId="{00000000-0000-0000-0000-000000000000}"/>
          </ac:spMkLst>
        </pc:spChg>
      </pc:sldChg>
      <pc:sldChg chg="modSp mod">
        <pc:chgData name="CHINTU KARTHIK" userId="58d63e51111ea217" providerId="LiveId" clId="{B5368032-B623-4F21-B5B7-3F666592ABF3}" dt="2025-03-21T05:41:26.824" v="162" actId="123"/>
        <pc:sldMkLst>
          <pc:docMk/>
          <pc:sldMk cId="0" sldId="263"/>
        </pc:sldMkLst>
        <pc:spChg chg="mod">
          <ac:chgData name="CHINTU KARTHIK" userId="58d63e51111ea217" providerId="LiveId" clId="{B5368032-B623-4F21-B5B7-3F666592ABF3}" dt="2025-03-21T05:40:35.676" v="154" actId="255"/>
          <ac:spMkLst>
            <pc:docMk/>
            <pc:sldMk cId="0" sldId="263"/>
            <ac:spMk id="2" creationId="{00000000-0000-0000-0000-000000000000}"/>
          </ac:spMkLst>
        </pc:spChg>
        <pc:spChg chg="mod">
          <ac:chgData name="CHINTU KARTHIK" userId="58d63e51111ea217" providerId="LiveId" clId="{B5368032-B623-4F21-B5B7-3F666592ABF3}" dt="2025-03-21T05:41:26.824" v="162" actId="123"/>
          <ac:spMkLst>
            <pc:docMk/>
            <pc:sldMk cId="0" sldId="263"/>
            <ac:spMk id="3" creationId="{00000000-0000-0000-0000-000000000000}"/>
          </ac:spMkLst>
        </pc:spChg>
      </pc:sldChg>
      <pc:sldChg chg="modSp mod">
        <pc:chgData name="CHINTU KARTHIK" userId="58d63e51111ea217" providerId="LiveId" clId="{B5368032-B623-4F21-B5B7-3F666592ABF3}" dt="2025-03-21T05:43:09.826" v="174" actId="123"/>
        <pc:sldMkLst>
          <pc:docMk/>
          <pc:sldMk cId="0" sldId="264"/>
        </pc:sldMkLst>
        <pc:spChg chg="mod">
          <ac:chgData name="CHINTU KARTHIK" userId="58d63e51111ea217" providerId="LiveId" clId="{B5368032-B623-4F21-B5B7-3F666592ABF3}" dt="2025-03-21T05:43:01.550" v="172" actId="2711"/>
          <ac:spMkLst>
            <pc:docMk/>
            <pc:sldMk cId="0" sldId="264"/>
            <ac:spMk id="2" creationId="{00000000-0000-0000-0000-000000000000}"/>
          </ac:spMkLst>
        </pc:spChg>
        <pc:spChg chg="mod">
          <ac:chgData name="CHINTU KARTHIK" userId="58d63e51111ea217" providerId="LiveId" clId="{B5368032-B623-4F21-B5B7-3F666592ABF3}" dt="2025-03-21T05:43:09.826" v="174" actId="123"/>
          <ac:spMkLst>
            <pc:docMk/>
            <pc:sldMk cId="0" sldId="264"/>
            <ac:spMk id="3" creationId="{00000000-0000-0000-0000-000000000000}"/>
          </ac:spMkLst>
        </pc:spChg>
      </pc:sldChg>
      <pc:sldChg chg="delSp modSp mod">
        <pc:chgData name="CHINTU KARTHIK" userId="58d63e51111ea217" providerId="LiveId" clId="{B5368032-B623-4F21-B5B7-3F666592ABF3}" dt="2025-03-21T05:54:17.698" v="288" actId="20577"/>
        <pc:sldMkLst>
          <pc:docMk/>
          <pc:sldMk cId="0" sldId="268"/>
        </pc:sldMkLst>
        <pc:spChg chg="del">
          <ac:chgData name="CHINTU KARTHIK" userId="58d63e51111ea217" providerId="LiveId" clId="{B5368032-B623-4F21-B5B7-3F666592ABF3}" dt="2025-03-21T05:43:21.634" v="175" actId="478"/>
          <ac:spMkLst>
            <pc:docMk/>
            <pc:sldMk cId="0" sldId="268"/>
            <ac:spMk id="2" creationId="{00000000-0000-0000-0000-000000000000}"/>
          </ac:spMkLst>
        </pc:spChg>
        <pc:spChg chg="mod">
          <ac:chgData name="CHINTU KARTHIK" userId="58d63e51111ea217" providerId="LiveId" clId="{B5368032-B623-4F21-B5B7-3F666592ABF3}" dt="2025-03-21T05:54:17.698" v="288" actId="20577"/>
          <ac:spMkLst>
            <pc:docMk/>
            <pc:sldMk cId="0" sldId="268"/>
            <ac:spMk id="3" creationId="{00000000-0000-0000-0000-000000000000}"/>
          </ac:spMkLst>
        </pc:spChg>
      </pc:sldChg>
      <pc:sldChg chg="modSp mod">
        <pc:chgData name="CHINTU KARTHIK" userId="58d63e51111ea217" providerId="LiveId" clId="{B5368032-B623-4F21-B5B7-3F666592ABF3}" dt="2025-03-21T05:56:45.617" v="293" actId="14100"/>
        <pc:sldMkLst>
          <pc:docMk/>
          <pc:sldMk cId="0" sldId="270"/>
        </pc:sldMkLst>
        <pc:spChg chg="mod">
          <ac:chgData name="CHINTU KARTHIK" userId="58d63e51111ea217" providerId="LiveId" clId="{B5368032-B623-4F21-B5B7-3F666592ABF3}" dt="2025-03-21T05:54:55.598" v="291" actId="2711"/>
          <ac:spMkLst>
            <pc:docMk/>
            <pc:sldMk cId="0" sldId="270"/>
            <ac:spMk id="2" creationId="{00000000-0000-0000-0000-000000000000}"/>
          </ac:spMkLst>
        </pc:spChg>
        <pc:spChg chg="mod">
          <ac:chgData name="CHINTU KARTHIK" userId="58d63e51111ea217" providerId="LiveId" clId="{B5368032-B623-4F21-B5B7-3F666592ABF3}" dt="2025-03-21T05:56:45.617" v="293" actId="14100"/>
          <ac:spMkLst>
            <pc:docMk/>
            <pc:sldMk cId="0" sldId="270"/>
            <ac:spMk id="3" creationId="{00000000-0000-0000-0000-000000000000}"/>
          </ac:spMkLst>
        </pc:spChg>
      </pc:sldChg>
      <pc:sldChg chg="modSp mod">
        <pc:chgData name="CHINTU KARTHIK" userId="58d63e51111ea217" providerId="LiveId" clId="{B5368032-B623-4F21-B5B7-3F666592ABF3}" dt="2025-03-21T05:57:11.367" v="294" actId="2711"/>
        <pc:sldMkLst>
          <pc:docMk/>
          <pc:sldMk cId="0" sldId="271"/>
        </pc:sldMkLst>
        <pc:spChg chg="mod">
          <ac:chgData name="CHINTU KARTHIK" userId="58d63e51111ea217" providerId="LiveId" clId="{B5368032-B623-4F21-B5B7-3F666592ABF3}" dt="2025-03-21T05:57:11.367" v="294" actId="2711"/>
          <ac:spMkLst>
            <pc:docMk/>
            <pc:sldMk cId="0" sldId="271"/>
            <ac:spMk id="2" creationId="{00000000-0000-0000-0000-000000000000}"/>
          </ac:spMkLst>
        </pc:spChg>
      </pc:sldChg>
      <pc:sldChg chg="delSp mod">
        <pc:chgData name="CHINTU KARTHIK" userId="58d63e51111ea217" providerId="LiveId" clId="{B5368032-B623-4F21-B5B7-3F666592ABF3}" dt="2025-03-21T05:57:22.510" v="295" actId="478"/>
        <pc:sldMkLst>
          <pc:docMk/>
          <pc:sldMk cId="0" sldId="272"/>
        </pc:sldMkLst>
        <pc:spChg chg="del">
          <ac:chgData name="CHINTU KARTHIK" userId="58d63e51111ea217" providerId="LiveId" clId="{B5368032-B623-4F21-B5B7-3F666592ABF3}" dt="2025-03-21T05:57:22.510" v="295" actId="478"/>
          <ac:spMkLst>
            <pc:docMk/>
            <pc:sldMk cId="0" sldId="272"/>
            <ac:spMk id="2" creationId="{00000000-0000-0000-0000-000000000000}"/>
          </ac:spMkLst>
        </pc:spChg>
      </pc:sldChg>
      <pc:sldChg chg="modSp mod">
        <pc:chgData name="CHINTU KARTHIK" userId="58d63e51111ea217" providerId="LiveId" clId="{B5368032-B623-4F21-B5B7-3F666592ABF3}" dt="2025-03-21T05:57:55.732" v="297" actId="2711"/>
        <pc:sldMkLst>
          <pc:docMk/>
          <pc:sldMk cId="0" sldId="273"/>
        </pc:sldMkLst>
        <pc:spChg chg="mod">
          <ac:chgData name="CHINTU KARTHIK" userId="58d63e51111ea217" providerId="LiveId" clId="{B5368032-B623-4F21-B5B7-3F666592ABF3}" dt="2025-03-21T05:57:44.481" v="296" actId="2711"/>
          <ac:spMkLst>
            <pc:docMk/>
            <pc:sldMk cId="0" sldId="273"/>
            <ac:spMk id="2" creationId="{00000000-0000-0000-0000-000000000000}"/>
          </ac:spMkLst>
        </pc:spChg>
        <pc:spChg chg="mod">
          <ac:chgData name="CHINTU KARTHIK" userId="58d63e51111ea217" providerId="LiveId" clId="{B5368032-B623-4F21-B5B7-3F666592ABF3}" dt="2025-03-21T05:57:55.732" v="297" actId="2711"/>
          <ac:spMkLst>
            <pc:docMk/>
            <pc:sldMk cId="0" sldId="273"/>
            <ac:spMk id="3" creationId="{00000000-0000-0000-0000-000000000000}"/>
          </ac:spMkLst>
        </pc:spChg>
      </pc:sldChg>
      <pc:sldChg chg="modSp mod">
        <pc:chgData name="CHINTU KARTHIK" userId="58d63e51111ea217" providerId="LiveId" clId="{B5368032-B623-4F21-B5B7-3F666592ABF3}" dt="2025-03-21T05:58:57.805" v="303" actId="123"/>
        <pc:sldMkLst>
          <pc:docMk/>
          <pc:sldMk cId="0" sldId="274"/>
        </pc:sldMkLst>
        <pc:spChg chg="mod">
          <ac:chgData name="CHINTU KARTHIK" userId="58d63e51111ea217" providerId="LiveId" clId="{B5368032-B623-4F21-B5B7-3F666592ABF3}" dt="2025-03-21T05:58:28.719" v="298" actId="2711"/>
          <ac:spMkLst>
            <pc:docMk/>
            <pc:sldMk cId="0" sldId="274"/>
            <ac:spMk id="2" creationId="{00000000-0000-0000-0000-000000000000}"/>
          </ac:spMkLst>
        </pc:spChg>
        <pc:spChg chg="mod">
          <ac:chgData name="CHINTU KARTHIK" userId="58d63e51111ea217" providerId="LiveId" clId="{B5368032-B623-4F21-B5B7-3F666592ABF3}" dt="2025-03-21T05:58:57.805" v="303" actId="123"/>
          <ac:spMkLst>
            <pc:docMk/>
            <pc:sldMk cId="0" sldId="274"/>
            <ac:spMk id="3" creationId="{00000000-0000-0000-0000-000000000000}"/>
          </ac:spMkLst>
        </pc:spChg>
      </pc:sldChg>
      <pc:sldChg chg="modSp mod">
        <pc:chgData name="CHINTU KARTHIK" userId="58d63e51111ea217" providerId="LiveId" clId="{B5368032-B623-4F21-B5B7-3F666592ABF3}" dt="2025-03-21T05:59:17.354" v="305" actId="2711"/>
        <pc:sldMkLst>
          <pc:docMk/>
          <pc:sldMk cId="0" sldId="275"/>
        </pc:sldMkLst>
        <pc:spChg chg="mod">
          <ac:chgData name="CHINTU KARTHIK" userId="58d63e51111ea217" providerId="LiveId" clId="{B5368032-B623-4F21-B5B7-3F666592ABF3}" dt="2025-03-21T05:59:09.674" v="304" actId="2711"/>
          <ac:spMkLst>
            <pc:docMk/>
            <pc:sldMk cId="0" sldId="275"/>
            <ac:spMk id="2" creationId="{00000000-0000-0000-0000-000000000000}"/>
          </ac:spMkLst>
        </pc:spChg>
        <pc:spChg chg="mod">
          <ac:chgData name="CHINTU KARTHIK" userId="58d63e51111ea217" providerId="LiveId" clId="{B5368032-B623-4F21-B5B7-3F666592ABF3}" dt="2025-03-21T05:59:17.354" v="305" actId="2711"/>
          <ac:spMkLst>
            <pc:docMk/>
            <pc:sldMk cId="0" sldId="275"/>
            <ac:spMk id="3" creationId="{00000000-0000-0000-0000-000000000000}"/>
          </ac:spMkLst>
        </pc:spChg>
      </pc:sldChg>
      <pc:sldChg chg="delSp modSp mod">
        <pc:chgData name="CHINTU KARTHIK" userId="58d63e51111ea217" providerId="LiveId" clId="{B5368032-B623-4F21-B5B7-3F666592ABF3}" dt="2025-03-21T07:10:42.411" v="340" actId="732"/>
        <pc:sldMkLst>
          <pc:docMk/>
          <pc:sldMk cId="0" sldId="278"/>
        </pc:sldMkLst>
        <pc:spChg chg="del">
          <ac:chgData name="CHINTU KARTHIK" userId="58d63e51111ea217" providerId="LiveId" clId="{B5368032-B623-4F21-B5B7-3F666592ABF3}" dt="2025-03-21T06:10:51.495" v="308" actId="478"/>
          <ac:spMkLst>
            <pc:docMk/>
            <pc:sldMk cId="0" sldId="278"/>
            <ac:spMk id="4" creationId="{00000000-0000-0000-0000-000000000000}"/>
          </ac:spMkLst>
        </pc:spChg>
        <pc:picChg chg="mod modCrop">
          <ac:chgData name="CHINTU KARTHIK" userId="58d63e51111ea217" providerId="LiveId" clId="{B5368032-B623-4F21-B5B7-3F666592ABF3}" dt="2025-03-21T07:10:42.411" v="340" actId="732"/>
          <ac:picMkLst>
            <pc:docMk/>
            <pc:sldMk cId="0" sldId="278"/>
            <ac:picMk id="6" creationId="{00000000-0000-0000-0000-000000000000}"/>
          </ac:picMkLst>
        </pc:picChg>
      </pc:sldChg>
      <pc:sldChg chg="modSp mod">
        <pc:chgData name="CHINTU KARTHIK" userId="58d63e51111ea217" providerId="LiveId" clId="{B5368032-B623-4F21-B5B7-3F666592ABF3}" dt="2025-03-21T07:13:09.603" v="341" actId="1076"/>
        <pc:sldMkLst>
          <pc:docMk/>
          <pc:sldMk cId="0" sldId="279"/>
        </pc:sldMkLst>
        <pc:spChg chg="mod">
          <ac:chgData name="CHINTU KARTHIK" userId="58d63e51111ea217" providerId="LiveId" clId="{B5368032-B623-4F21-B5B7-3F666592ABF3}" dt="2025-03-21T06:15:34.070" v="337" actId="207"/>
          <ac:spMkLst>
            <pc:docMk/>
            <pc:sldMk cId="0" sldId="279"/>
            <ac:spMk id="2" creationId="{00000000-0000-0000-0000-000000000000}"/>
          </ac:spMkLst>
        </pc:spChg>
        <pc:spChg chg="mod">
          <ac:chgData name="CHINTU KARTHIK" userId="58d63e51111ea217" providerId="LiveId" clId="{B5368032-B623-4F21-B5B7-3F666592ABF3}" dt="2025-03-21T06:13:56.923" v="336" actId="20577"/>
          <ac:spMkLst>
            <pc:docMk/>
            <pc:sldMk cId="0" sldId="279"/>
            <ac:spMk id="3" creationId="{00000000-0000-0000-0000-000000000000}"/>
          </ac:spMkLst>
        </pc:spChg>
        <pc:picChg chg="mod">
          <ac:chgData name="CHINTU KARTHIK" userId="58d63e51111ea217" providerId="LiveId" clId="{B5368032-B623-4F21-B5B7-3F666592ABF3}" dt="2025-03-21T07:13:09.603" v="341" actId="1076"/>
          <ac:picMkLst>
            <pc:docMk/>
            <pc:sldMk cId="0" sldId="279"/>
            <ac:picMk id="11" creationId="{00000000-0000-0000-0000-000000000000}"/>
          </ac:picMkLst>
        </pc:picChg>
      </pc:sldChg>
      <pc:sldChg chg="modSp mod">
        <pc:chgData name="CHINTU KARTHIK" userId="58d63e51111ea217" providerId="LiveId" clId="{B5368032-B623-4F21-B5B7-3F666592ABF3}" dt="2025-03-21T05:59:45.294" v="307" actId="2711"/>
        <pc:sldMkLst>
          <pc:docMk/>
          <pc:sldMk cId="0" sldId="280"/>
        </pc:sldMkLst>
        <pc:spChg chg="mod">
          <ac:chgData name="CHINTU KARTHIK" userId="58d63e51111ea217" providerId="LiveId" clId="{B5368032-B623-4F21-B5B7-3F666592ABF3}" dt="2025-03-21T05:59:34.096" v="306" actId="2711"/>
          <ac:spMkLst>
            <pc:docMk/>
            <pc:sldMk cId="0" sldId="280"/>
            <ac:spMk id="2" creationId="{00000000-0000-0000-0000-000000000000}"/>
          </ac:spMkLst>
        </pc:spChg>
        <pc:spChg chg="mod">
          <ac:chgData name="CHINTU KARTHIK" userId="58d63e51111ea217" providerId="LiveId" clId="{B5368032-B623-4F21-B5B7-3F666592ABF3}" dt="2025-03-21T05:59:45.294" v="307" actId="2711"/>
          <ac:spMkLst>
            <pc:docMk/>
            <pc:sldMk cId="0" sldId="280"/>
            <ac:spMk id="3" creationId="{00000000-0000-0000-0000-000000000000}"/>
          </ac:spMkLst>
        </pc:spChg>
      </pc:sldChg>
      <pc:sldChg chg="addSp modSp new mod">
        <pc:chgData name="CHINTU KARTHIK" userId="58d63e51111ea217" providerId="LiveId" clId="{B5368032-B623-4F21-B5B7-3F666592ABF3}" dt="2025-03-21T05:53:09.034" v="246" actId="20577"/>
        <pc:sldMkLst>
          <pc:docMk/>
          <pc:sldMk cId="923603025" sldId="281"/>
        </pc:sldMkLst>
        <pc:spChg chg="add mod">
          <ac:chgData name="CHINTU KARTHIK" userId="58d63e51111ea217" providerId="LiveId" clId="{B5368032-B623-4F21-B5B7-3F666592ABF3}" dt="2025-03-21T05:53:09.034" v="246" actId="20577"/>
          <ac:spMkLst>
            <pc:docMk/>
            <pc:sldMk cId="923603025" sldId="281"/>
            <ac:spMk id="4" creationId="{81AB5574-010D-DDB9-A42F-49653F8463B5}"/>
          </ac:spMkLst>
        </pc:spChg>
        <pc:picChg chg="add mod">
          <ac:chgData name="CHINTU KARTHIK" userId="58d63e51111ea217" providerId="LiveId" clId="{B5368032-B623-4F21-B5B7-3F666592ABF3}" dt="2025-03-21T05:50:49.893" v="192" actId="14100"/>
          <ac:picMkLst>
            <pc:docMk/>
            <pc:sldMk cId="923603025" sldId="281"/>
            <ac:picMk id="3" creationId="{AC0BE249-E744-E127-6883-8DCE1148FC8F}"/>
          </ac:picMkLst>
        </pc:picChg>
      </pc:sldChg>
      <pc:sldChg chg="addSp delSp modSp new mod">
        <pc:chgData name="CHINTU KARTHIK" userId="58d63e51111ea217" providerId="LiveId" clId="{B5368032-B623-4F21-B5B7-3F666592ABF3}" dt="2025-03-21T12:02:04.401" v="345" actId="14100"/>
        <pc:sldMkLst>
          <pc:docMk/>
          <pc:sldMk cId="2498581713" sldId="282"/>
        </pc:sldMkLst>
        <pc:spChg chg="add mod">
          <ac:chgData name="CHINTU KARTHIK" userId="58d63e51111ea217" providerId="LiveId" clId="{B5368032-B623-4F21-B5B7-3F666592ABF3}" dt="2025-03-21T05:54:08.536" v="282" actId="14100"/>
          <ac:spMkLst>
            <pc:docMk/>
            <pc:sldMk cId="2498581713" sldId="282"/>
            <ac:spMk id="4" creationId="{7F4DEDFA-031A-9C76-4866-BE71E7C9E0D2}"/>
          </ac:spMkLst>
        </pc:spChg>
        <pc:picChg chg="add del mod">
          <ac:chgData name="CHINTU KARTHIK" userId="58d63e51111ea217" providerId="LiveId" clId="{B5368032-B623-4F21-B5B7-3F666592ABF3}" dt="2025-03-21T12:01:45.676" v="342" actId="478"/>
          <ac:picMkLst>
            <pc:docMk/>
            <pc:sldMk cId="2498581713" sldId="282"/>
            <ac:picMk id="3" creationId="{A20A4324-A654-A04C-BA44-0D2A02E019A7}"/>
          </ac:picMkLst>
        </pc:picChg>
        <pc:picChg chg="add mod">
          <ac:chgData name="CHINTU KARTHIK" userId="58d63e51111ea217" providerId="LiveId" clId="{B5368032-B623-4F21-B5B7-3F666592ABF3}" dt="2025-03-21T12:02:04.401" v="345" actId="14100"/>
          <ac:picMkLst>
            <pc:docMk/>
            <pc:sldMk cId="2498581713" sldId="282"/>
            <ac:picMk id="5" creationId="{9AFBD0C2-F6DB-5EE8-57CB-E96037424247}"/>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1" y="1677714"/>
            <a:ext cx="8420100" cy="1157645"/>
          </a:xfrm>
        </p:spPr>
        <p:txBody>
          <a:bodyPr/>
          <a:lstStyle/>
          <a:p>
            <a:r>
              <a:rPr lang="en-US"/>
              <a:t>Click to edit Master title style</a:t>
            </a:r>
          </a:p>
        </p:txBody>
      </p:sp>
      <p:sp>
        <p:nvSpPr>
          <p:cNvPr id="3" name="Subtitle 2"/>
          <p:cNvSpPr>
            <a:spLocks noGrp="1"/>
          </p:cNvSpPr>
          <p:nvPr>
            <p:ph type="subTitle" idx="1"/>
          </p:nvPr>
        </p:nvSpPr>
        <p:spPr>
          <a:xfrm>
            <a:off x="1485904" y="3060384"/>
            <a:ext cx="6934201" cy="138017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242122F-00CA-4C84-98D7-AB758AC4312A}"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2122F-00CA-4C84-98D7-AB758AC4312A}"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3470436"/>
            <a:ext cx="8420100" cy="1072634"/>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82506" y="2289039"/>
            <a:ext cx="8420100" cy="118139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42122F-00CA-4C84-98D7-AB758AC4312A}"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6580" y="1260159"/>
            <a:ext cx="4746624" cy="35641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48304" y="1260159"/>
            <a:ext cx="4746624" cy="356419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242122F-00CA-4C84-98D7-AB758AC4312A}"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2" y="216279"/>
            <a:ext cx="8915401" cy="900113"/>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95301" y="1208903"/>
            <a:ext cx="4376870" cy="5038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95301" y="1712717"/>
            <a:ext cx="4376870" cy="31116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32114" y="1208903"/>
            <a:ext cx="4378591" cy="50381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32114" y="1712717"/>
            <a:ext cx="4378591" cy="31116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242122F-00CA-4C84-98D7-AB758AC4312A}" type="datetimeFigureOut">
              <a:rPr lang="en-US" smtClean="0"/>
              <a:pPr/>
              <a:t>3/21/2025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242122F-00CA-4C84-98D7-AB758AC4312A}" type="datetimeFigureOut">
              <a:rPr lang="en-US" smtClean="0"/>
              <a:pPr/>
              <a:t>3/21/2025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42122F-00CA-4C84-98D7-AB758AC4312A}" type="datetimeFigureOut">
              <a:rPr lang="en-US" smtClean="0"/>
              <a:pPr/>
              <a:t>3/21/2025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1" y="215028"/>
            <a:ext cx="3259006" cy="915114"/>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872975" y="215029"/>
            <a:ext cx="5537729" cy="46093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95301" y="1130142"/>
            <a:ext cx="3259006" cy="36942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2122F-00CA-4C84-98D7-AB758AC4312A}"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6" y="3780473"/>
            <a:ext cx="5943600" cy="446306"/>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41646" y="482562"/>
            <a:ext cx="5943600" cy="324040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941646" y="4226782"/>
            <a:ext cx="5943600" cy="63382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42122F-00CA-4C84-98D7-AB758AC4312A}" type="datetimeFigureOut">
              <a:rPr lang="en-US" smtClean="0"/>
              <a:pPr/>
              <a:t>3/21/2025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2122F-00CA-4C84-98D7-AB758AC4312A}"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80338" y="216279"/>
            <a:ext cx="2414588" cy="4608076"/>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6578" y="216279"/>
            <a:ext cx="7078664" cy="46080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242122F-00CA-4C84-98D7-AB758AC4312A}" type="datetimeFigureOut">
              <a:rPr lang="en-US" smtClean="0"/>
              <a:pPr/>
              <a:t>3/21/2025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A698BB-1E43-49BF-9CB8-A7FE3379ED5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2" y="216279"/>
            <a:ext cx="8915401" cy="90011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95302" y="1260159"/>
            <a:ext cx="8915401" cy="35641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95302" y="5005630"/>
            <a:ext cx="2311401" cy="287536"/>
          </a:xfrm>
          <a:prstGeom prst="rect">
            <a:avLst/>
          </a:prstGeom>
        </p:spPr>
        <p:txBody>
          <a:bodyPr vert="horz" lIns="91440" tIns="45720" rIns="91440" bIns="45720" rtlCol="0" anchor="ctr"/>
          <a:lstStyle>
            <a:lvl1pPr algn="l">
              <a:defRPr sz="1200">
                <a:solidFill>
                  <a:schemeClr val="tx1">
                    <a:tint val="75000"/>
                  </a:schemeClr>
                </a:solidFill>
              </a:defRPr>
            </a:lvl1pPr>
          </a:lstStyle>
          <a:p>
            <a:fld id="{A242122F-00CA-4C84-98D7-AB758AC4312A}" type="datetimeFigureOut">
              <a:rPr lang="en-US" smtClean="0"/>
              <a:pPr/>
              <a:t>3/21/2025</a:t>
            </a:fld>
            <a:endParaRPr lang="en-US"/>
          </a:p>
        </p:txBody>
      </p:sp>
      <p:sp>
        <p:nvSpPr>
          <p:cNvPr id="5" name="Footer Placeholder 4"/>
          <p:cNvSpPr>
            <a:spLocks noGrp="1"/>
          </p:cNvSpPr>
          <p:nvPr>
            <p:ph type="ftr" sz="quarter" idx="3"/>
          </p:nvPr>
        </p:nvSpPr>
        <p:spPr>
          <a:xfrm>
            <a:off x="3384551" y="5005630"/>
            <a:ext cx="3136900" cy="287536"/>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99302" y="5005630"/>
            <a:ext cx="2311401" cy="287536"/>
          </a:xfrm>
          <a:prstGeom prst="rect">
            <a:avLst/>
          </a:prstGeom>
        </p:spPr>
        <p:txBody>
          <a:bodyPr vert="horz" lIns="91440" tIns="45720" rIns="91440" bIns="45720" rtlCol="0" anchor="ctr"/>
          <a:lstStyle>
            <a:lvl1pPr algn="r">
              <a:defRPr sz="1200">
                <a:solidFill>
                  <a:schemeClr val="tx1">
                    <a:tint val="75000"/>
                  </a:schemeClr>
                </a:solidFill>
              </a:defRPr>
            </a:lvl1pPr>
          </a:lstStyle>
          <a:p>
            <a:fld id="{A1A698BB-1E43-49BF-9CB8-A7FE3379ED5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2" y="216279"/>
            <a:ext cx="8915401" cy="983860"/>
          </a:xfrm>
        </p:spPr>
        <p:txBody>
          <a:bodyPr>
            <a:normAutofit fontScale="90000"/>
          </a:bodyPr>
          <a:lstStyle/>
          <a:p>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a:t>
            </a:r>
            <a:r>
              <a:rPr lang="en-US" sz="1800" b="1" spc="-15"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MAJOR</a:t>
            </a:r>
            <a:r>
              <a:rPr lang="en-US" sz="1800" b="1" spc="-15" dirty="0">
                <a:latin typeface="Times New Roman" panose="02020603050405020304" pitchFamily="18" charset="0"/>
                <a:cs typeface="Times New Roman" panose="02020603050405020304" pitchFamily="18" charset="0"/>
              </a:rPr>
              <a:t> </a:t>
            </a:r>
            <a:r>
              <a:rPr lang="en-US" sz="1800" b="1" spc="-10" dirty="0">
                <a:latin typeface="Times New Roman" panose="02020603050405020304" pitchFamily="18" charset="0"/>
                <a:cs typeface="Times New Roman" panose="02020603050405020304" pitchFamily="18" charset="0"/>
              </a:rPr>
              <a:t>PROJECT </a:t>
            </a:r>
            <a:br>
              <a:rPr lang="en-US" sz="1800" b="1" spc="-10" dirty="0">
                <a:latin typeface="Times New Roman" panose="02020603050405020304" pitchFamily="18" charset="0"/>
                <a:cs typeface="Times New Roman" panose="02020603050405020304" pitchFamily="18" charset="0"/>
              </a:rPr>
            </a:br>
            <a:r>
              <a:rPr lang="en-US" sz="1800" b="1" spc="-25" dirty="0">
                <a:latin typeface="Times New Roman" panose="02020603050405020304" pitchFamily="18" charset="0"/>
                <a:cs typeface="Times New Roman" panose="02020603050405020304" pitchFamily="18" charset="0"/>
              </a:rPr>
              <a:t>ON</a:t>
            </a:r>
            <a:br>
              <a:rPr lang="en-US" sz="1800" b="1" spc="-25" dirty="0">
                <a:solidFill>
                  <a:schemeClr val="tx2"/>
                </a:solidFill>
                <a:latin typeface="Times New Roman" panose="02020603050405020304" pitchFamily="18" charset="0"/>
                <a:cs typeface="Times New Roman" panose="02020603050405020304" pitchFamily="18" charset="0"/>
              </a:rPr>
            </a:br>
            <a:r>
              <a:rPr lang="en-US" sz="2000" b="1" spc="-20" dirty="0">
                <a:solidFill>
                  <a:schemeClr val="tx2"/>
                </a:solidFill>
                <a:latin typeface="Times New Roman" panose="02020603050405020304" pitchFamily="18" charset="0"/>
                <a:cs typeface="Times New Roman" panose="02020603050405020304" pitchFamily="18" charset="0"/>
              </a:rPr>
              <a:t>POWER ENHANCEMENT</a:t>
            </a:r>
            <a:r>
              <a:rPr lang="en-US" sz="2000" b="1" spc="-55" dirty="0">
                <a:solidFill>
                  <a:schemeClr val="tx2"/>
                </a:solidFill>
                <a:latin typeface="Times New Roman" panose="02020603050405020304" pitchFamily="18" charset="0"/>
                <a:cs typeface="Times New Roman" panose="02020603050405020304" pitchFamily="18" charset="0"/>
              </a:rPr>
              <a:t> WITH GRID STABILIZATION </a:t>
            </a:r>
            <a:r>
              <a:rPr lang="en-US" sz="2000" b="1" dirty="0">
                <a:solidFill>
                  <a:schemeClr val="tx2"/>
                </a:solidFill>
                <a:latin typeface="Times New Roman" panose="02020603050405020304" pitchFamily="18" charset="0"/>
                <a:cs typeface="Times New Roman" panose="02020603050405020304" pitchFamily="18" charset="0"/>
              </a:rPr>
              <a:t>OF</a:t>
            </a:r>
            <a:r>
              <a:rPr lang="en-US" sz="2000" b="1" spc="-40" dirty="0">
                <a:solidFill>
                  <a:schemeClr val="tx2"/>
                </a:solidFill>
                <a:latin typeface="Times New Roman" panose="02020603050405020304" pitchFamily="18" charset="0"/>
                <a:cs typeface="Times New Roman" panose="02020603050405020304" pitchFamily="18" charset="0"/>
              </a:rPr>
              <a:t> </a:t>
            </a:r>
            <a:r>
              <a:rPr lang="en-US" sz="2000" b="1" spc="-10" dirty="0">
                <a:solidFill>
                  <a:schemeClr val="tx2"/>
                </a:solidFill>
                <a:latin typeface="Times New Roman" panose="02020603050405020304" pitchFamily="18" charset="0"/>
                <a:cs typeface="Times New Roman" panose="02020603050405020304" pitchFamily="18" charset="0"/>
              </a:rPr>
              <a:t>RENEWABLE</a:t>
            </a:r>
            <a:r>
              <a:rPr lang="en-US" sz="2000" b="1" spc="-25" dirty="0">
                <a:solidFill>
                  <a:schemeClr val="tx2"/>
                </a:solidFill>
                <a:latin typeface="Times New Roman" panose="02020603050405020304" pitchFamily="18" charset="0"/>
                <a:cs typeface="Times New Roman" panose="02020603050405020304" pitchFamily="18" charset="0"/>
              </a:rPr>
              <a:t> </a:t>
            </a:r>
            <a:r>
              <a:rPr lang="en-US" sz="2000" b="1" dirty="0">
                <a:solidFill>
                  <a:schemeClr val="tx2"/>
                </a:solidFill>
                <a:latin typeface="Times New Roman" panose="02020603050405020304" pitchFamily="18" charset="0"/>
                <a:cs typeface="Times New Roman" panose="02020603050405020304" pitchFamily="18" charset="0"/>
              </a:rPr>
              <a:t>ENERGY-BASED GENERATION</a:t>
            </a:r>
            <a:r>
              <a:rPr lang="en-US" sz="2000" b="1" spc="-35" dirty="0">
                <a:solidFill>
                  <a:schemeClr val="tx2"/>
                </a:solidFill>
                <a:latin typeface="Times New Roman" panose="02020603050405020304" pitchFamily="18" charset="0"/>
                <a:cs typeface="Times New Roman" panose="02020603050405020304" pitchFamily="18" charset="0"/>
              </a:rPr>
              <a:t> SYSTEM USING UPQC-FLC-EVA TECHNIQUE </a:t>
            </a:r>
            <a:r>
              <a:rPr lang="en-US" sz="2000" b="1" spc="-10" dirty="0">
                <a:solidFill>
                  <a:schemeClr val="tx2"/>
                </a:solidFill>
                <a:latin typeface="Times New Roman" panose="02020603050405020304" pitchFamily="18" charset="0"/>
                <a:cs typeface="Times New Roman" panose="02020603050405020304" pitchFamily="18" charset="0"/>
              </a:rPr>
              <a:t> </a:t>
            </a:r>
            <a:br>
              <a:rPr lang="en-US" dirty="0">
                <a:cs typeface="Calibri"/>
              </a:rPr>
            </a:br>
            <a:r>
              <a:rPr lang="en-US" dirty="0">
                <a:cs typeface="Calibri"/>
              </a:rPr>
              <a:t>			</a:t>
            </a:r>
            <a:endParaRPr lang="en-US" dirty="0"/>
          </a:p>
        </p:txBody>
      </p:sp>
      <p:sp>
        <p:nvSpPr>
          <p:cNvPr id="3" name="Content Placeholder 2"/>
          <p:cNvSpPr>
            <a:spLocks noGrp="1"/>
          </p:cNvSpPr>
          <p:nvPr>
            <p:ph idx="1"/>
          </p:nvPr>
        </p:nvSpPr>
        <p:spPr>
          <a:xfrm>
            <a:off x="495302" y="972145"/>
            <a:ext cx="8915401" cy="4428530"/>
          </a:xfrm>
        </p:spPr>
        <p:txBody>
          <a:bodyPr>
            <a:normAutofit fontScale="92500" lnSpcReduction="10000"/>
          </a:bodyPr>
          <a:lstStyle/>
          <a:p>
            <a:pPr>
              <a:buNone/>
            </a:pPr>
            <a:r>
              <a:rPr lang="en-US" sz="1600" dirty="0">
                <a:solidFill>
                  <a:srgbClr val="FF0000"/>
                </a:solidFill>
              </a:rPr>
              <a:t>                                        </a:t>
            </a:r>
            <a:r>
              <a:rPr lang="en-US" sz="1600" dirty="0">
                <a:solidFill>
                  <a:srgbClr val="FF0000"/>
                </a:solidFill>
                <a:latin typeface="Times New Roman" panose="02020603050405020304" pitchFamily="18" charset="0"/>
                <a:cs typeface="Times New Roman" panose="02020603050405020304" pitchFamily="18" charset="0"/>
              </a:rPr>
              <a:t>                                </a:t>
            </a:r>
            <a:r>
              <a:rPr lang="en-US" sz="1500" b="1" dirty="0">
                <a:solidFill>
                  <a:srgbClr val="FF0000"/>
                </a:solidFill>
                <a:latin typeface="Times New Roman" panose="02020603050405020304" pitchFamily="18" charset="0"/>
                <a:cs typeface="Times New Roman" panose="02020603050405020304" pitchFamily="18" charset="0"/>
              </a:rPr>
              <a:t>UNDER</a:t>
            </a:r>
            <a:r>
              <a:rPr lang="en-US" sz="1500" b="1" spc="-35" dirty="0">
                <a:solidFill>
                  <a:srgbClr val="FF0000"/>
                </a:solidFill>
                <a:latin typeface="Times New Roman" panose="02020603050405020304" pitchFamily="18" charset="0"/>
                <a:cs typeface="Times New Roman" panose="02020603050405020304" pitchFamily="18" charset="0"/>
              </a:rPr>
              <a:t> </a:t>
            </a:r>
            <a:r>
              <a:rPr lang="en-US" sz="1500" b="1" dirty="0">
                <a:solidFill>
                  <a:srgbClr val="FF0000"/>
                </a:solidFill>
                <a:latin typeface="Times New Roman" panose="02020603050405020304" pitchFamily="18" charset="0"/>
                <a:cs typeface="Times New Roman" panose="02020603050405020304" pitchFamily="18" charset="0"/>
              </a:rPr>
              <a:t>THE</a:t>
            </a:r>
            <a:r>
              <a:rPr lang="en-US" sz="1500" b="1" spc="-15" dirty="0">
                <a:solidFill>
                  <a:srgbClr val="FF0000"/>
                </a:solidFill>
                <a:latin typeface="Times New Roman" panose="02020603050405020304" pitchFamily="18" charset="0"/>
                <a:cs typeface="Times New Roman" panose="02020603050405020304" pitchFamily="18" charset="0"/>
              </a:rPr>
              <a:t> </a:t>
            </a:r>
            <a:r>
              <a:rPr lang="en-US" sz="1500" b="1" dirty="0">
                <a:solidFill>
                  <a:srgbClr val="FF0000"/>
                </a:solidFill>
                <a:latin typeface="Times New Roman" panose="02020603050405020304" pitchFamily="18" charset="0"/>
                <a:cs typeface="Times New Roman" panose="02020603050405020304" pitchFamily="18" charset="0"/>
              </a:rPr>
              <a:t>GIUDENCE</a:t>
            </a:r>
            <a:r>
              <a:rPr lang="en-US" sz="1500" b="1" spc="-30" dirty="0">
                <a:solidFill>
                  <a:srgbClr val="FF0000"/>
                </a:solidFill>
                <a:latin typeface="Times New Roman" panose="02020603050405020304" pitchFamily="18" charset="0"/>
                <a:cs typeface="Times New Roman" panose="02020603050405020304" pitchFamily="18" charset="0"/>
              </a:rPr>
              <a:t> </a:t>
            </a:r>
            <a:r>
              <a:rPr lang="en-US" sz="1500" b="1" spc="-25" dirty="0">
                <a:solidFill>
                  <a:srgbClr val="FF0000"/>
                </a:solidFill>
                <a:latin typeface="Times New Roman" panose="02020603050405020304" pitchFamily="18" charset="0"/>
                <a:cs typeface="Times New Roman" panose="02020603050405020304" pitchFamily="18" charset="0"/>
              </a:rPr>
              <a:t>OF</a:t>
            </a:r>
          </a:p>
          <a:p>
            <a:pPr>
              <a:buNone/>
            </a:pPr>
            <a:r>
              <a:rPr lang="en-US" sz="1600" spc="-25" dirty="0">
                <a:solidFill>
                  <a:srgbClr val="548ED4"/>
                </a:solidFill>
                <a:latin typeface="Times New Roman" panose="02020603050405020304" pitchFamily="18" charset="0"/>
                <a:cs typeface="Times New Roman" panose="02020603050405020304" pitchFamily="18" charset="0"/>
              </a:rPr>
              <a:t>                                                                                  </a:t>
            </a:r>
            <a:r>
              <a:rPr lang="en-US" sz="1600" b="1" spc="-20" dirty="0">
                <a:latin typeface="Times New Roman" panose="02020603050405020304" pitchFamily="18" charset="0"/>
                <a:cs typeface="Times New Roman" panose="02020603050405020304" pitchFamily="18" charset="0"/>
              </a:rPr>
              <a:t>Mr.B.PRAVEEN</a:t>
            </a:r>
            <a:r>
              <a:rPr lang="en-US" sz="1600" b="1" spc="-10" dirty="0">
                <a:latin typeface="Times New Roman" panose="02020603050405020304" pitchFamily="18" charset="0"/>
                <a:cs typeface="Times New Roman" panose="02020603050405020304" pitchFamily="18" charset="0"/>
              </a:rPr>
              <a:t> </a:t>
            </a:r>
          </a:p>
          <a:p>
            <a:pPr>
              <a:buNone/>
            </a:pPr>
            <a:r>
              <a:rPr lang="en-US" sz="1600" spc="-10" dirty="0">
                <a:latin typeface="Times New Roman" panose="02020603050405020304" pitchFamily="18" charset="0"/>
                <a:cs typeface="Times New Roman" panose="02020603050405020304" pitchFamily="18" charset="0"/>
              </a:rPr>
              <a:t>                                                                             </a:t>
            </a:r>
            <a:r>
              <a:rPr lang="en-US" sz="1600" spc="-20" dirty="0">
                <a:latin typeface="Times New Roman" panose="02020603050405020304" pitchFamily="18" charset="0"/>
                <a:cs typeface="Times New Roman" panose="02020603050405020304" pitchFamily="18" charset="0"/>
              </a:rPr>
              <a:t>Assistant</a:t>
            </a:r>
            <a:r>
              <a:rPr lang="en-US" sz="1600" spc="-5" dirty="0">
                <a:latin typeface="Times New Roman" panose="02020603050405020304" pitchFamily="18" charset="0"/>
                <a:cs typeface="Times New Roman" panose="02020603050405020304" pitchFamily="18" charset="0"/>
              </a:rPr>
              <a:t> </a:t>
            </a:r>
            <a:r>
              <a:rPr lang="en-US" sz="1600" spc="-10" dirty="0">
                <a:latin typeface="Times New Roman" panose="02020603050405020304" pitchFamily="18" charset="0"/>
                <a:cs typeface="Times New Roman" panose="02020603050405020304" pitchFamily="18" charset="0"/>
              </a:rPr>
              <a:t>Proffesor</a:t>
            </a:r>
          </a:p>
          <a:p>
            <a:pPr>
              <a:buNone/>
            </a:pPr>
            <a:r>
              <a:rPr lang="en-US" sz="1600" b="1" spc="-10" dirty="0">
                <a:latin typeface="Times New Roman" panose="02020603050405020304" pitchFamily="18" charset="0"/>
                <a:cs typeface="Times New Roman" panose="02020603050405020304" pitchFamily="18" charset="0"/>
              </a:rPr>
              <a:t>                                                                                  Presented</a:t>
            </a:r>
            <a:r>
              <a:rPr lang="en-US" sz="1600" b="1" spc="-35" dirty="0">
                <a:latin typeface="Times New Roman" panose="02020603050405020304" pitchFamily="18" charset="0"/>
                <a:cs typeface="Times New Roman" panose="02020603050405020304" pitchFamily="18" charset="0"/>
              </a:rPr>
              <a:t> </a:t>
            </a:r>
            <a:r>
              <a:rPr lang="en-US" sz="1600" b="1" spc="-25" dirty="0">
                <a:latin typeface="Times New Roman" panose="02020603050405020304" pitchFamily="18" charset="0"/>
                <a:cs typeface="Times New Roman" panose="02020603050405020304" pitchFamily="18" charset="0"/>
              </a:rPr>
              <a:t>by</a:t>
            </a:r>
          </a:p>
          <a:p>
            <a:pPr>
              <a:buNone/>
            </a:pPr>
            <a:r>
              <a:rPr lang="en-US" sz="1600" b="1" spc="-25" dirty="0">
                <a:latin typeface="Times New Roman" panose="02020603050405020304" pitchFamily="18" charset="0"/>
                <a:cs typeface="Times New Roman" panose="02020603050405020304" pitchFamily="18" charset="0"/>
              </a:rPr>
              <a:t>                                                                            </a:t>
            </a:r>
            <a:r>
              <a:rPr lang="en-US" sz="1400" spc="-25" dirty="0">
                <a:latin typeface="Times New Roman" panose="02020603050405020304" pitchFamily="18" charset="0"/>
                <a:cs typeface="Times New Roman" panose="02020603050405020304" pitchFamily="18" charset="0"/>
              </a:rPr>
              <a:t>K.EPSIBA            22C45A0210</a:t>
            </a:r>
            <a:r>
              <a:rPr lang="en-US" sz="1600" dirty="0">
                <a:latin typeface="Times New Roman" panose="02020603050405020304" pitchFamily="18" charset="0"/>
                <a:cs typeface="Times New Roman" panose="02020603050405020304" pitchFamily="18" charset="0"/>
              </a:rPr>
              <a:t>		</a:t>
            </a:r>
          </a:p>
          <a:p>
            <a:pPr>
              <a:buNone/>
            </a:pPr>
            <a:r>
              <a:rPr lang="en-US" sz="16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B.ASHADEVI    22C45A0206</a:t>
            </a: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MD.SOHAIL      21C45A0248</a:t>
            </a: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CH.KARTHIK    22C45A0215</a:t>
            </a:r>
            <a:endParaRPr lang="en-US" sz="1600" dirty="0">
              <a:latin typeface="Times New Roman" panose="02020603050405020304" pitchFamily="18" charset="0"/>
              <a:cs typeface="Times New Roman" panose="02020603050405020304" pitchFamily="18" charset="0"/>
            </a:endParaRPr>
          </a:p>
          <a:p>
            <a:pPr>
              <a:buNone/>
            </a:pPr>
            <a:endParaRPr lang="en-US" sz="1600" dirty="0"/>
          </a:p>
          <a:p>
            <a:pPr>
              <a:buNone/>
            </a:pPr>
            <a:endParaRPr lang="en-US" sz="1600" dirty="0"/>
          </a:p>
          <a:p>
            <a:pPr>
              <a:buNone/>
            </a:pPr>
            <a:endParaRPr lang="en-US" sz="1600" dirty="0"/>
          </a:p>
          <a:p>
            <a:pPr>
              <a:buNone/>
            </a:pPr>
            <a:endParaRPr lang="en-US" sz="1600" dirty="0"/>
          </a:p>
          <a:p>
            <a:pPr>
              <a:buNone/>
            </a:pPr>
            <a:r>
              <a:rPr lang="en-US" sz="1600" spc="-10" dirty="0">
                <a:solidFill>
                  <a:srgbClr val="FF0000"/>
                </a:solidFill>
                <a:cs typeface="Calibri"/>
              </a:rPr>
              <a:t>                                         </a:t>
            </a:r>
          </a:p>
          <a:p>
            <a:pPr>
              <a:buNone/>
            </a:pPr>
            <a:r>
              <a:rPr lang="en-US" sz="1600" spc="-10" dirty="0">
                <a:solidFill>
                  <a:srgbClr val="FF0000"/>
                </a:solidFill>
                <a:cs typeface="Calibri"/>
              </a:rPr>
              <a:t>                                           </a:t>
            </a:r>
          </a:p>
          <a:p>
            <a:pPr>
              <a:buNone/>
            </a:pPr>
            <a:r>
              <a:rPr lang="en-US" sz="1600" spc="-10" dirty="0">
                <a:solidFill>
                  <a:srgbClr val="FF0000"/>
                </a:solidFill>
                <a:cs typeface="Calibri"/>
              </a:rPr>
              <a:t>                                                     DEPARTMENT</a:t>
            </a:r>
            <a:r>
              <a:rPr lang="en-US" sz="1600" spc="-15" dirty="0">
                <a:solidFill>
                  <a:srgbClr val="FF0000"/>
                </a:solidFill>
                <a:cs typeface="Calibri"/>
              </a:rPr>
              <a:t> </a:t>
            </a:r>
            <a:r>
              <a:rPr lang="en-US" sz="1600" dirty="0">
                <a:solidFill>
                  <a:srgbClr val="FF0000"/>
                </a:solidFill>
                <a:cs typeface="Calibri"/>
              </a:rPr>
              <a:t>OF</a:t>
            </a:r>
            <a:r>
              <a:rPr lang="en-US" sz="1600" spc="-30" dirty="0">
                <a:solidFill>
                  <a:srgbClr val="FF0000"/>
                </a:solidFill>
                <a:cs typeface="Calibri"/>
              </a:rPr>
              <a:t> </a:t>
            </a:r>
            <a:r>
              <a:rPr lang="en-US" sz="1600" spc="-10" dirty="0">
                <a:solidFill>
                  <a:srgbClr val="FF0000"/>
                </a:solidFill>
                <a:cs typeface="Calibri"/>
              </a:rPr>
              <a:t>ELECTRICAL</a:t>
            </a:r>
            <a:r>
              <a:rPr lang="en-US" sz="1600" spc="-25" dirty="0">
                <a:solidFill>
                  <a:srgbClr val="FF0000"/>
                </a:solidFill>
                <a:cs typeface="Calibri"/>
              </a:rPr>
              <a:t> </a:t>
            </a:r>
            <a:r>
              <a:rPr lang="en-US" sz="1600" dirty="0">
                <a:solidFill>
                  <a:srgbClr val="FF0000"/>
                </a:solidFill>
                <a:cs typeface="Calibri"/>
              </a:rPr>
              <a:t>AND</a:t>
            </a:r>
            <a:r>
              <a:rPr lang="en-US" sz="1600" spc="-25" dirty="0">
                <a:solidFill>
                  <a:srgbClr val="FF0000"/>
                </a:solidFill>
                <a:cs typeface="Calibri"/>
              </a:rPr>
              <a:t> </a:t>
            </a:r>
            <a:r>
              <a:rPr lang="en-US" sz="1600" spc="-10" dirty="0">
                <a:solidFill>
                  <a:srgbClr val="FF0000"/>
                </a:solidFill>
                <a:cs typeface="Calibri"/>
              </a:rPr>
              <a:t>ELECTRONICS ENGINEERING</a:t>
            </a:r>
          </a:p>
          <a:p>
            <a:pPr>
              <a:buNone/>
            </a:pPr>
            <a:r>
              <a:rPr lang="en-US" sz="1600" spc="-10" dirty="0">
                <a:solidFill>
                  <a:srgbClr val="FF0000"/>
                </a:solidFill>
                <a:cs typeface="Calibri"/>
              </a:rPr>
              <a:t>                                             </a:t>
            </a:r>
          </a:p>
          <a:p>
            <a:pPr>
              <a:buNone/>
            </a:pPr>
            <a:endParaRPr lang="en-US" sz="1600" spc="-10" dirty="0">
              <a:solidFill>
                <a:srgbClr val="FF0000"/>
              </a:solidFill>
              <a:cs typeface="Calibri"/>
            </a:endParaRPr>
          </a:p>
        </p:txBody>
      </p:sp>
      <p:pic>
        <p:nvPicPr>
          <p:cNvPr id="11" name="object 8"/>
          <p:cNvPicPr/>
          <p:nvPr/>
        </p:nvPicPr>
        <p:blipFill>
          <a:blip r:embed="rId2" cstate="print"/>
          <a:stretch>
            <a:fillRect/>
          </a:stretch>
        </p:blipFill>
        <p:spPr>
          <a:xfrm>
            <a:off x="4088904" y="3152510"/>
            <a:ext cx="1885378" cy="120874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1800" dirty="0">
                <a:latin typeface="Times New Roman" panose="02020603050405020304" pitchFamily="18" charset="0"/>
                <a:cs typeface="Times New Roman" panose="02020603050405020304" pitchFamily="18" charset="0"/>
              </a:rPr>
              <a:t>The increasing reliance on solar and wind energy introduces voltage fluctuations, harmonic distortions, and grid instability.</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A Unified Power Quality Conditioner (UPQC) integrated with a Fuzzy Logic Controller (FLC) and an Evolutionary Algorithm-Based Voltage Regulator (EVA) enhances power stability and mitigates voltage sags, harmonics, and reactive power issues.</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By combining compensation (UPQC), adaptive control (FLC), and dynamic voltage regulation (EVA), the system ensures uninterrupted power supply, significantly improves grid reliability, and demonstrates proven effectiveness through simulation and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Solar and wind energy cause voltage instability, frequency fluctuations, and power quality issues in the grid.</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Traditional UPQC and rule-based FLC approaches struggle with intermittent generation and dynamic load variations.</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Limited studies explore the integration of UPQC, FLC, and EVA for comprehensive power quality enhancement in renewable energy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Solar and wind energy introduce voltage fluctuations, harmonics, and grid instability.</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This research develops a stabilization system using UPQC, FLC, and EVA to enhance power quality and grid performance.</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The system improves grid stability, enhances energy efficiency, supports large-scale renewable adoption, and advances smart grid technology.</a:t>
            </a:r>
            <a:endParaRPr lang="en-US" sz="18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Rely on fossil fuels with minimal renewable energy integration.</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Solar PV and wind energy operate independently with limited storage and grid interaction.</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Conventional methods like SVC and UPFC lack adaptability, requiring intelligent optimization with FLC and EVA.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It Combines UPQC, FLC, and EVA to enhance power quality and grid stability in renewable energy-based generation. </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Utilizes solar, wind, and energy storage to ensure continuous power despite fluctuations.</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UPQC mitigates voltage issues, FLC enables real-time adaptive control, and EVA optimizes voltage and reactive power flow for seamless renewable energy integration.</a:t>
            </a:r>
          </a:p>
          <a:p>
            <a:pPr algn="just">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Block Diagram</a:t>
            </a:r>
          </a:p>
        </p:txBody>
      </p:sp>
      <p:pic>
        <p:nvPicPr>
          <p:cNvPr id="4" name="Content Placeholder 3" descr="4-Figure1-1.png"/>
          <p:cNvPicPr>
            <a:picLocks noGrp="1" noChangeAspect="1"/>
          </p:cNvPicPr>
          <p:nvPr>
            <p:ph idx="1"/>
          </p:nvPr>
        </p:nvPicPr>
        <p:blipFill>
          <a:blip r:embed="rId2"/>
          <a:stretch>
            <a:fillRect/>
          </a:stretch>
        </p:blipFill>
        <p:spPr>
          <a:xfrm>
            <a:off x="881035" y="1068875"/>
            <a:ext cx="8429684" cy="3755481"/>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0BE249-E744-E127-6883-8DCE1148FC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528" y="972145"/>
            <a:ext cx="8424936" cy="4172492"/>
          </a:xfrm>
          <a:prstGeom prst="rect">
            <a:avLst/>
          </a:prstGeom>
        </p:spPr>
      </p:pic>
      <p:sp>
        <p:nvSpPr>
          <p:cNvPr id="4" name="TextBox 3">
            <a:extLst>
              <a:ext uri="{FF2B5EF4-FFF2-40B4-BE49-F238E27FC236}">
                <a16:creationId xmlns:a16="http://schemas.microsoft.com/office/drawing/2014/main" id="{81AB5574-010D-DDB9-A42F-49653F8463B5}"/>
              </a:ext>
            </a:extLst>
          </p:cNvPr>
          <p:cNvSpPr txBox="1"/>
          <p:nvPr/>
        </p:nvSpPr>
        <p:spPr>
          <a:xfrm>
            <a:off x="2504728" y="256037"/>
            <a:ext cx="532859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UNIFIED POWER QUALITY CONDITIONER</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3603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F4DEDFA-031A-9C76-4866-BE71E7C9E0D2}"/>
              </a:ext>
            </a:extLst>
          </p:cNvPr>
          <p:cNvSpPr txBox="1"/>
          <p:nvPr/>
        </p:nvSpPr>
        <p:spPr>
          <a:xfrm>
            <a:off x="2648744" y="396081"/>
            <a:ext cx="489654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MAXIMUM POWER POINT TRACKING</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AFBD0C2-F6DB-5EE8-57CB-E96037424247}"/>
              </a:ext>
            </a:extLst>
          </p:cNvPr>
          <p:cNvPicPr>
            <a:picLocks noChangeAspect="1"/>
          </p:cNvPicPr>
          <p:nvPr/>
        </p:nvPicPr>
        <p:blipFill>
          <a:blip r:embed="rId2"/>
          <a:stretch>
            <a:fillRect/>
          </a:stretch>
        </p:blipFill>
        <p:spPr>
          <a:xfrm>
            <a:off x="1496615" y="812398"/>
            <a:ext cx="7083819" cy="3869312"/>
          </a:xfrm>
          <a:prstGeom prst="rect">
            <a:avLst/>
          </a:prstGeom>
        </p:spPr>
      </p:pic>
    </p:spTree>
    <p:extLst>
      <p:ext uri="{BB962C8B-B14F-4D97-AF65-F5344CB8AC3E}">
        <p14:creationId xmlns:p14="http://schemas.microsoft.com/office/powerpoint/2010/main" val="24985817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sz="1800" b="1" dirty="0"/>
              <a:t>                                              FLC-based control of PV-WE-ESS-EV system</a:t>
            </a:r>
          </a:p>
        </p:txBody>
      </p:sp>
      <p:pic>
        <p:nvPicPr>
          <p:cNvPr id="4" name="Picture 3" descr="Screenshot 2025-03-14 150144.png"/>
          <p:cNvPicPr>
            <a:picLocks noChangeAspect="1"/>
          </p:cNvPicPr>
          <p:nvPr/>
        </p:nvPicPr>
        <p:blipFill>
          <a:blip r:embed="rId2"/>
          <a:stretch>
            <a:fillRect/>
          </a:stretch>
        </p:blipFill>
        <p:spPr>
          <a:xfrm>
            <a:off x="3167051" y="2"/>
            <a:ext cx="2857748" cy="43629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3" y="216280"/>
            <a:ext cx="8490146" cy="323818"/>
          </a:xfrm>
        </p:spPr>
        <p:txBody>
          <a:bodyPr>
            <a:normAutofit fontScale="90000"/>
          </a:bodyPr>
          <a:lstStyle/>
          <a:p>
            <a:r>
              <a:rPr lang="en-US" sz="2400" b="1" dirty="0">
                <a:latin typeface="Times New Roman" panose="02020603050405020304" pitchFamily="18" charset="0"/>
                <a:cs typeface="Times New Roman" panose="02020603050405020304" pitchFamily="18" charset="0"/>
              </a:rPr>
              <a:t>Working</a:t>
            </a:r>
          </a:p>
        </p:txBody>
      </p:sp>
      <p:sp>
        <p:nvSpPr>
          <p:cNvPr id="3" name="Content Placeholder 2"/>
          <p:cNvSpPr>
            <a:spLocks noGrp="1"/>
          </p:cNvSpPr>
          <p:nvPr>
            <p:ph idx="1"/>
          </p:nvPr>
        </p:nvSpPr>
        <p:spPr>
          <a:xfrm>
            <a:off x="495303" y="828129"/>
            <a:ext cx="8915400" cy="3996226"/>
          </a:xfrm>
        </p:spPr>
        <p:txBody>
          <a:bodyPr>
            <a:normAutofit/>
          </a:bodyPr>
          <a:lstStyle/>
          <a:p>
            <a:pPr>
              <a:buFont typeface="Wingdings" pitchFamily="2" charset="2"/>
              <a:buChar char="Ø"/>
            </a:pPr>
            <a:r>
              <a:rPr lang="en-US" sz="1800" dirty="0">
                <a:latin typeface="Times New Roman" panose="02020603050405020304" pitchFamily="18" charset="0"/>
                <a:cs typeface="Times New Roman" panose="02020603050405020304" pitchFamily="18" charset="0"/>
              </a:rPr>
              <a:t>UPQC, FLC, and EVA work together to enhance power quality and stabilize the grid with renewable energy sources like solar and wind.</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Renewable energy intermittency causes voltage fluctuations, harmonics, and reactive power imbalances.</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Series and shunt compensators monitor and correct disturbances by injecting or absorbing power for grid stability.</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FLC dynamically adjusts UPQC parameters, ensuring real-time response to power generation variations and improving grid reliability.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Wave Forms</a:t>
            </a:r>
          </a:p>
        </p:txBody>
      </p:sp>
      <p:sp>
        <p:nvSpPr>
          <p:cNvPr id="3" name="Content Placeholder 2"/>
          <p:cNvSpPr>
            <a:spLocks noGrp="1"/>
          </p:cNvSpPr>
          <p:nvPr>
            <p:ph idx="1"/>
          </p:nvPr>
        </p:nvSpPr>
        <p:spPr/>
        <p:txBody>
          <a:bodyPr>
            <a:normAutofit fontScale="92500" lnSpcReduction="10000"/>
          </a:bodyPr>
          <a:lstStyle/>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sz="1800" b="1" dirty="0"/>
          </a:p>
          <a:p>
            <a:pPr>
              <a:buNone/>
            </a:pPr>
            <a:r>
              <a:rPr lang="en-US" sz="1600" b="1" dirty="0"/>
              <a:t>(a) Voltage and current quality under unavailability of PV-WE and without the addition of EVs (The waveforms are distorted), and (b) Voltage and current quality under unavailability of PV-WE and with the addition of EVs (Waveform quality is improved).</a:t>
            </a:r>
          </a:p>
        </p:txBody>
      </p:sp>
      <p:pic>
        <p:nvPicPr>
          <p:cNvPr id="4" name="Picture 3" descr="Screenshot 2025-03-14 153724.png"/>
          <p:cNvPicPr>
            <a:picLocks noChangeAspect="1"/>
          </p:cNvPicPr>
          <p:nvPr/>
        </p:nvPicPr>
        <p:blipFill>
          <a:blip r:embed="rId2"/>
          <a:stretch>
            <a:fillRect/>
          </a:stretch>
        </p:blipFill>
        <p:spPr>
          <a:xfrm>
            <a:off x="1023911" y="1125130"/>
            <a:ext cx="7552076" cy="25315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None/>
            </a:pPr>
            <a:endParaRPr lang="en-US" dirty="0"/>
          </a:p>
          <a:p>
            <a:pPr>
              <a:buNone/>
            </a:pPr>
            <a:endParaRPr lang="en-US" dirty="0"/>
          </a:p>
          <a:p>
            <a:pPr>
              <a:buNone/>
            </a:pPr>
            <a:endParaRPr lang="en-US" dirty="0"/>
          </a:p>
          <a:p>
            <a:pPr>
              <a:buNone/>
            </a:pPr>
            <a:endParaRPr lang="en-US" dirty="0"/>
          </a:p>
          <a:p>
            <a:pPr>
              <a:buNone/>
            </a:pPr>
            <a:r>
              <a:rPr lang="en-US" sz="1800" b="1" dirty="0"/>
              <a:t>(a) </a:t>
            </a:r>
            <a:r>
              <a:rPr lang="en-US" sz="1400" b="1" dirty="0"/>
              <a:t>Voltage and current of load side without EVA under the availability of PV-WE in lesser amount for time span 0 to 2.5 s shows high distortions in the different loading conditions, and (b) Voltage and current of load side with EVA under the availability of PV-WE in lesser amount for time span 0 to 2.5 s. The load power is fulfilled and the waveforms of voltage and current are improved under different loading conditions.</a:t>
            </a:r>
            <a:endParaRPr lang="en-US" sz="1800" b="1" dirty="0"/>
          </a:p>
        </p:txBody>
      </p:sp>
      <p:pic>
        <p:nvPicPr>
          <p:cNvPr id="4" name="Picture 3" descr="Screenshot 2025-03-14 153950.png"/>
          <p:cNvPicPr>
            <a:picLocks noChangeAspect="1"/>
          </p:cNvPicPr>
          <p:nvPr/>
        </p:nvPicPr>
        <p:blipFill>
          <a:blip r:embed="rId2"/>
          <a:stretch>
            <a:fillRect/>
          </a:stretch>
        </p:blipFill>
        <p:spPr>
          <a:xfrm>
            <a:off x="738164" y="787586"/>
            <a:ext cx="8028983" cy="22293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5415" y="216279"/>
            <a:ext cx="6072232" cy="900113"/>
          </a:xfrm>
        </p:spPr>
        <p:txBody>
          <a:bodyPr>
            <a:normAutofit/>
          </a:bodyPr>
          <a:lstStyle/>
          <a:p>
            <a:r>
              <a:rPr lang="en-US" sz="2400" b="1" dirty="0">
                <a:latin typeface="Times New Roman" panose="02020603050405020304" pitchFamily="18" charset="0"/>
                <a:cs typeface="Times New Roman" panose="02020603050405020304" pitchFamily="18" charset="0"/>
              </a:rPr>
              <a:t>Applications</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1800" dirty="0">
                <a:latin typeface="Times New Roman" panose="02020603050405020304" pitchFamily="18" charset="0"/>
                <a:cs typeface="Times New Roman" panose="02020603050405020304" pitchFamily="18" charset="0"/>
              </a:rPr>
              <a:t>Smart Grid Systems</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Industrial Power Systems</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Microgrids and Distributed Generation</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Electric Vehicle (EV) Charging Stations</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Data Centers and Critical Infrastructure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Reduces voltage sags, harmonics, and reactive power fluctuations for a stable supply.</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Mitigates disturbances for smooth solar and wind energy adoption. </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Balances power between renewables, storage, and the grid.</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Supports industries, microgrids, and large-scale renewable farms.</a:t>
            </a:r>
          </a:p>
          <a:p>
            <a:pPr algn="just">
              <a:buFont typeface="Wingdings" pitchFamily="2" charset="2"/>
              <a:buChar char="Ø"/>
            </a:pPr>
            <a:r>
              <a:rPr lang="en-US" sz="1800" dirty="0">
                <a:latin typeface="Times New Roman" panose="02020603050405020304" pitchFamily="18" charset="0"/>
                <a:cs typeface="Times New Roman" panose="02020603050405020304" pitchFamily="18" charset="0"/>
              </a:rPr>
              <a:t>Addresses grid challenges, encouraging renewable energy use.</a:t>
            </a:r>
          </a:p>
          <a:p>
            <a:pPr algn="just">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Disadvantages</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1800" dirty="0">
                <a:latin typeface="Times New Roman" panose="02020603050405020304" pitchFamily="18" charset="0"/>
                <a:cs typeface="Times New Roman" panose="02020603050405020304" pitchFamily="18" charset="0"/>
              </a:rPr>
              <a:t>The integration of UPQC, FLC, and EVA requires advanced power electronics and computational resources, increasing setup costs.</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The system relies on real-time data from sensors, and any errors in measurement can affect performance.</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In smart grids, communication between the system components and controllers must be fast and reliable, any network delays can affect performance.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95302" y="1128701"/>
            <a:ext cx="8915401" cy="3695654"/>
          </a:xfrm>
        </p:spPr>
        <p:txBody>
          <a:bodyPr>
            <a:normAutofit/>
          </a:bodyPr>
          <a:lstStyle/>
          <a:p>
            <a:pPr>
              <a:buFont typeface="Wingdings" pitchFamily="2" charset="2"/>
              <a:buChar char="Ø"/>
            </a:pPr>
            <a:r>
              <a:rPr lang="en-US" sz="1800" dirty="0">
                <a:latin typeface="Times New Roman" panose="02020603050405020304" pitchFamily="18" charset="0"/>
                <a:cs typeface="Times New Roman" panose="02020603050405020304" pitchFamily="18" charset="0"/>
              </a:rPr>
              <a:t>The UPQC-FLC-EVA system enhances power quality, stabilizes renewable energy integration, and optimizes voltage regulation through real-time adaptive compensation.</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It mitigates voltage fluctuations, harmonics, and reactive power issues, ensuring efficient and reliable power distribution.</a:t>
            </a:r>
          </a:p>
          <a:p>
            <a:pPr>
              <a:buFont typeface="Wingdings" pitchFamily="2" charset="2"/>
              <a:buChar char="Ø"/>
            </a:pPr>
            <a:r>
              <a:rPr lang="en-US" sz="1800" dirty="0">
                <a:latin typeface="Times New Roman" panose="02020603050405020304" pitchFamily="18" charset="0"/>
                <a:cs typeface="Times New Roman" panose="02020603050405020304" pitchFamily="18" charset="0"/>
              </a:rPr>
              <a:t>The proposed PV-WE-ESS-EV system ensures the grid system reliability and enhances the power quality of the system because of EVs addition to the grid. It is also observed that the distortions in voltage and current waveforms are avoided using the UPQC-FLC-EVA technique. The THD of load and source-side voltages and currents are obtained and are lesser than 5% using the proposed technique.</a:t>
            </a:r>
          </a:p>
          <a:p>
            <a:pPr>
              <a:buFont typeface="Wingdings" pitchFamily="2" charset="2"/>
              <a:buChar char="Ø"/>
            </a:pPr>
            <a:endParaRPr lang="en-US" sz="1800" dirty="0"/>
          </a:p>
          <a:p>
            <a:pPr>
              <a:buFont typeface="Wingdings" pitchFamily="2" charset="2"/>
              <a:buChar char="Ø"/>
            </a:pP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 name="Picture Placeholder 5" descr="Screenshot 2025-03-14 161409.png"/>
          <p:cNvPicPr>
            <a:picLocks noGrp="1" noChangeAspect="1"/>
          </p:cNvPicPr>
          <p:nvPr>
            <p:ph type="pic" idx="1"/>
          </p:nvPr>
        </p:nvPicPr>
        <p:blipFill>
          <a:blip r:embed="rId2"/>
          <a:srcRect l="1583" t="8187" b="10132"/>
          <a:stretch/>
        </p:blipFill>
        <p:spPr>
          <a:xfrm>
            <a:off x="1640632" y="252065"/>
            <a:ext cx="6652629" cy="4968552"/>
          </a:xfr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546</TotalTime>
  <Words>867</Words>
  <Application>Microsoft Office PowerPoint</Application>
  <PresentationFormat>Custom</PresentationFormat>
  <Paragraphs>86</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  A MAJOR PROJECT  ON POWER ENHANCEMENT WITH GRID STABILIZATION OF RENEWABLE ENERGY-BASED GENERATION SYSTEM USING UPQC-FLC-EVA TECHNIQUE      </vt:lpstr>
      <vt:lpstr>ABSTRACT</vt:lpstr>
      <vt:lpstr>Literature Survey</vt:lpstr>
      <vt:lpstr>INTRODUCTION</vt:lpstr>
      <vt:lpstr>Existing System</vt:lpstr>
      <vt:lpstr>Proposed System</vt:lpstr>
      <vt:lpstr>Block Diagram</vt:lpstr>
      <vt:lpstr>PowerPoint Presentation</vt:lpstr>
      <vt:lpstr>PowerPoint Presentation</vt:lpstr>
      <vt:lpstr>PowerPoint Presentation</vt:lpstr>
      <vt:lpstr>Working</vt:lpstr>
      <vt:lpstr>Wave Forms</vt:lpstr>
      <vt:lpstr>PowerPoint Presentation</vt:lpstr>
      <vt:lpstr>Applications</vt:lpstr>
      <vt:lpstr>Advantages</vt:lpstr>
      <vt:lpstr>Disadvantages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Enhancement With Grid Stabilization of Renewable Energy-Based Generation System Using UPQC-FLC-EVA Technique</dc:title>
  <dc:creator>DELL</dc:creator>
  <cp:lastModifiedBy>CHINTU KARTHIK</cp:lastModifiedBy>
  <cp:revision>48</cp:revision>
  <dcterms:created xsi:type="dcterms:W3CDTF">2025-03-14T07:09:11Z</dcterms:created>
  <dcterms:modified xsi:type="dcterms:W3CDTF">2025-03-21T12:02:05Z</dcterms:modified>
</cp:coreProperties>
</file>